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E6F3-00D1-76A7-A417-E0D1648CA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07B3E-27F1-E231-753B-B4EEF019A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48276-3661-C2B8-6C59-88D02524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52FE9-77E8-D13C-F2CD-17F984444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EB536-8A65-C3F0-10B9-D3F5DC9C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2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88FF7-F63F-58D4-0F38-8804E38B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563E0-F760-3AAA-48B6-460AF4A79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9335B-6556-BC5D-38B6-8568F1E9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16317-660D-B301-BB11-F223FCCFA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FD886-164C-6883-4B78-08168B4BE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0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FDD7-22F0-9EB9-D88A-E1F3CACD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8EFC1-5117-43A2-29C9-9EB4FB9FA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37F13-9FAB-C4BC-2134-64476D33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C9CF3-1795-BF15-6735-BA638308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43C90-9379-B772-30C3-F10FBA4E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0C6B-DE94-8E57-83DC-FBC908AB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E7936-BF86-1A6B-B79E-3DCF12CE9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E98AF-49E4-D4C8-46C0-7C076F7A3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E5EC2-6CE0-6D5C-18D4-000A05C2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16E52-9C25-9B12-FA09-D783FF9D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8DC1D-1203-37A6-5AF7-EAF8C13F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6F64-9227-D320-65C5-DD2F421E0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E21A-A4FD-7858-AFE0-E95AA1825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B727E-75E0-EAA8-2B0D-50C773D8E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865AA-F428-110E-CA2D-A376A84BC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40F68-3BCE-5A99-B1A8-45482843A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6475F-C8BD-7C87-F787-BCC5D050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AD039-A794-5921-2B4E-E50431F2C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06181-4757-6319-99CE-1644F98D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3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6D59B-2006-8C53-32DC-8942AFD2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8701E-9A17-DDAB-60D7-1154BE0B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055D9-D37E-31C6-A374-1A17532A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0280D-80B1-1D4F-92B6-DB4B454E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47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A5FE2-5036-AA8D-CDB9-E5B8076DD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9FCF9-072F-7A96-119F-5E48BE75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2FF33-AAE3-7423-5EE1-6ECA37EA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7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BECB4-A564-7751-A124-7D8B2065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9EC49-C43D-8E64-4668-A345B98C6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FBE5D-D484-6253-C337-97D31FA6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FBC83-63AB-378E-F2B1-FF6B7DAE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3455C-A6C0-0BD4-F850-9BDC8CC5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87B9A-90FB-F3F1-AEC1-8C610DCB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5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1006-4E60-835E-E1D4-96C9CF85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C481E8-129D-B8C2-4461-6A9122351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5FC2F-8558-58EF-61DB-AC4D29BD3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07A50-4D29-FABE-85AF-4347FE3E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04746-669C-4A20-2490-95E25BC3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497F9-FFC6-4B4A-54AE-570F4E2BE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98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D73D-6ABB-8312-A4CF-F18B196D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A4621-C773-C628-615A-7BB17E553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BCB04-B3F7-AC38-A6B5-A03E0DD3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A5621-E0DB-2AB5-78DE-9361741F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BAFA-1DB8-519E-A45B-C5B2E306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4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27820-6873-2B1C-FA74-CA4535414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22B2D-2256-0C93-5F2F-969B9A6EB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7E056-1A22-B905-0D4D-F948D000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FC5C1-A4B0-D961-1A19-EAB3CF58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3B70E-E8FA-1110-207D-BF821E0B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4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268B7-55EC-148F-E9E6-EA3B258A4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8BFF9-2757-4CCE-181D-33AA004B3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77297-0478-55D5-39C7-A9106282C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8CB74-748A-4A03-808B-9545BC1E3D6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5176-3CF0-F93B-F2D4-9539A16C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F6E25-42DD-5E5B-2D05-0AD741C53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FD40C2-0B1F-44C9-A334-34D3896A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A6A92-2FDB-9198-D735-E4CFB2904548}"/>
              </a:ext>
            </a:extLst>
          </p:cNvPr>
          <p:cNvSpPr txBox="1"/>
          <p:nvPr/>
        </p:nvSpPr>
        <p:spPr>
          <a:xfrm>
            <a:off x="381000" y="127000"/>
            <a:ext cx="1549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latin typeface="Tahoma" panose="020B0604030504040204" pitchFamily="34" charset="0"/>
              </a:rPr>
              <a:t>AJT New Sale Incentive - End-to-End Business Process (Canva Ready)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5A18F2-3977-5F6B-39D2-13D2032A4736}"/>
              </a:ext>
            </a:extLst>
          </p:cNvPr>
          <p:cNvSpPr/>
          <p:nvPr/>
        </p:nvSpPr>
        <p:spPr>
          <a:xfrm>
            <a:off x="508000" y="1143000"/>
            <a:ext cx="1524000" cy="660400"/>
          </a:xfrm>
          <a:prstGeom prst="rect">
            <a:avLst/>
          </a:prstGeom>
          <a:solidFill>
            <a:srgbClr val="9DF9D9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ahoma" panose="020B0604030504040204" pitchFamily="34" charset="0"/>
              </a:rPr>
              <a:t>Start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DB1FA7-244D-CCBA-9E7D-E0A0CC6A052A}"/>
              </a:ext>
            </a:extLst>
          </p:cNvPr>
          <p:cNvSpPr/>
          <p:nvPr/>
        </p:nvSpPr>
        <p:spPr>
          <a:xfrm>
            <a:off x="2413000" y="1143000"/>
            <a:ext cx="1778000" cy="660400"/>
          </a:xfrm>
          <a:prstGeom prst="rect">
            <a:avLst/>
          </a:prstGeom>
          <a:solidFill>
            <a:srgbClr val="FEEADB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M1 Set Period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105E7E-9F46-D9A5-A31D-70A19170B2B3}"/>
              </a:ext>
            </a:extLst>
          </p:cNvPr>
          <p:cNvSpPr/>
          <p:nvPr/>
        </p:nvSpPr>
        <p:spPr>
          <a:xfrm>
            <a:off x="4572000" y="1143000"/>
            <a:ext cx="2286000" cy="660400"/>
          </a:xfrm>
          <a:prstGeom prst="rect">
            <a:avLst/>
          </a:prstGeom>
          <a:solidFill>
            <a:srgbClr val="FEEADB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M2 Import BI Sales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478A0E-A014-DA91-B14F-A6BD182AF286}"/>
              </a:ext>
            </a:extLst>
          </p:cNvPr>
          <p:cNvSpPr/>
          <p:nvPr/>
        </p:nvSpPr>
        <p:spPr>
          <a:xfrm>
            <a:off x="7239000" y="1143000"/>
            <a:ext cx="2286000" cy="660400"/>
          </a:xfrm>
          <a:prstGeom prst="rect">
            <a:avLst/>
          </a:prstGeom>
          <a:solidFill>
            <a:srgbClr val="FEEADB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M3 Update ASTBase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F5740A-EA13-A19F-94DE-F8BB2668601A}"/>
              </a:ext>
            </a:extLst>
          </p:cNvPr>
          <p:cNvSpPr/>
          <p:nvPr/>
        </p:nvSpPr>
        <p:spPr>
          <a:xfrm>
            <a:off x="9906000" y="1143000"/>
            <a:ext cx="2413000" cy="660400"/>
          </a:xfrm>
          <a:prstGeom prst="rect">
            <a:avLst/>
          </a:prstGeom>
          <a:solidFill>
            <a:srgbClr val="FEEADB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M4 Import HCM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EAD863-2F2F-2E72-28C7-87B80D4167BD}"/>
              </a:ext>
            </a:extLst>
          </p:cNvPr>
          <p:cNvSpPr/>
          <p:nvPr/>
        </p:nvSpPr>
        <p:spPr>
          <a:xfrm>
            <a:off x="12700000" y="1143000"/>
            <a:ext cx="2032000" cy="660400"/>
          </a:xfrm>
          <a:prstGeom prst="rect">
            <a:avLst/>
          </a:prstGeom>
          <a:solidFill>
            <a:srgbClr val="8AE6FD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Validation\nCP-1,2,3,6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D0CDD8-E287-787D-86D2-A46F6B735A31}"/>
              </a:ext>
            </a:extLst>
          </p:cNvPr>
          <p:cNvCxnSpPr/>
          <p:nvPr/>
        </p:nvCxnSpPr>
        <p:spPr>
          <a:xfrm>
            <a:off x="2032000" y="14732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A27C67-F108-9B50-BD1B-07C3297B7616}"/>
              </a:ext>
            </a:extLst>
          </p:cNvPr>
          <p:cNvCxnSpPr/>
          <p:nvPr/>
        </p:nvCxnSpPr>
        <p:spPr>
          <a:xfrm>
            <a:off x="4191000" y="14732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3EDD83-DCD4-876C-8C6C-3E32700AAAF0}"/>
              </a:ext>
            </a:extLst>
          </p:cNvPr>
          <p:cNvCxnSpPr/>
          <p:nvPr/>
        </p:nvCxnSpPr>
        <p:spPr>
          <a:xfrm>
            <a:off x="6858000" y="14732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442173-6CD5-9AB9-83C2-A41ABDCDF968}"/>
              </a:ext>
            </a:extLst>
          </p:cNvPr>
          <p:cNvCxnSpPr/>
          <p:nvPr/>
        </p:nvCxnSpPr>
        <p:spPr>
          <a:xfrm>
            <a:off x="9525000" y="14732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741246-40B9-4FAB-074A-FDE675E4EA47}"/>
              </a:ext>
            </a:extLst>
          </p:cNvPr>
          <p:cNvCxnSpPr/>
          <p:nvPr/>
        </p:nvCxnSpPr>
        <p:spPr>
          <a:xfrm>
            <a:off x="12319000" y="14732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F6F62BE-2BF5-DCC8-56B0-D0BCFD262403}"/>
              </a:ext>
            </a:extLst>
          </p:cNvPr>
          <p:cNvSpPr/>
          <p:nvPr/>
        </p:nvSpPr>
        <p:spPr>
          <a:xfrm>
            <a:off x="7747000" y="2794000"/>
            <a:ext cx="2794000" cy="762000"/>
          </a:xfrm>
          <a:prstGeom prst="rect">
            <a:avLst/>
          </a:prstGeom>
          <a:solidFill>
            <a:srgbClr val="FEDBBF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MT Path\nMapping + Cascade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A92E7F-C77B-748D-E756-72A79B78AB49}"/>
              </a:ext>
            </a:extLst>
          </p:cNvPr>
          <p:cNvSpPr/>
          <p:nvPr/>
        </p:nvSpPr>
        <p:spPr>
          <a:xfrm>
            <a:off x="10922000" y="2794000"/>
            <a:ext cx="2286000" cy="762000"/>
          </a:xfrm>
          <a:prstGeom prst="rect">
            <a:avLst/>
          </a:prstGeom>
          <a:solidFill>
            <a:srgbClr val="FED6DD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TT Path\nSingle-Sheet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4FDACE-E662-F324-B980-8E2CAE14D669}"/>
              </a:ext>
            </a:extLst>
          </p:cNvPr>
          <p:cNvSpPr/>
          <p:nvPr/>
        </p:nvSpPr>
        <p:spPr>
          <a:xfrm>
            <a:off x="13589000" y="2794000"/>
            <a:ext cx="2159000" cy="762000"/>
          </a:xfrm>
          <a:prstGeom prst="rect">
            <a:avLst/>
          </a:prstGeom>
          <a:solidFill>
            <a:srgbClr val="AAD7FE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GD Incentive\nG1-G4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0B76D4-B4B0-C78A-5108-A4D652823C5F}"/>
              </a:ext>
            </a:extLst>
          </p:cNvPr>
          <p:cNvSpPr/>
          <p:nvPr/>
        </p:nvSpPr>
        <p:spPr>
          <a:xfrm>
            <a:off x="16129000" y="2794000"/>
            <a:ext cx="1905000" cy="762000"/>
          </a:xfrm>
          <a:prstGeom prst="rect">
            <a:avLst/>
          </a:prstGeom>
          <a:solidFill>
            <a:srgbClr val="C7F3FE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Fixed Rate\nN5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946BFE-CCCD-B9B8-E2E5-F68ABC8F7FEE}"/>
              </a:ext>
            </a:extLst>
          </p:cNvPr>
          <p:cNvCxnSpPr/>
          <p:nvPr/>
        </p:nvCxnSpPr>
        <p:spPr>
          <a:xfrm flipH="1">
            <a:off x="9144000" y="1803400"/>
            <a:ext cx="4572000" cy="99060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D1152D-14B2-76CF-8527-3AA982359D35}"/>
              </a:ext>
            </a:extLst>
          </p:cNvPr>
          <p:cNvCxnSpPr/>
          <p:nvPr/>
        </p:nvCxnSpPr>
        <p:spPr>
          <a:xfrm flipH="1">
            <a:off x="12065000" y="1803400"/>
            <a:ext cx="1651000" cy="99060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F35068-D4AD-1BFD-B2D8-BDED33DE3BEB}"/>
              </a:ext>
            </a:extLst>
          </p:cNvPr>
          <p:cNvCxnSpPr/>
          <p:nvPr/>
        </p:nvCxnSpPr>
        <p:spPr>
          <a:xfrm>
            <a:off x="10541000" y="31750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FBEE75-56F3-371D-57FE-88315D3FEC48}"/>
              </a:ext>
            </a:extLst>
          </p:cNvPr>
          <p:cNvCxnSpPr/>
          <p:nvPr/>
        </p:nvCxnSpPr>
        <p:spPr>
          <a:xfrm>
            <a:off x="13208000" y="31750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EC8096-DCCE-D27A-8EAA-4F8A8FC5111D}"/>
              </a:ext>
            </a:extLst>
          </p:cNvPr>
          <p:cNvCxnSpPr/>
          <p:nvPr/>
        </p:nvCxnSpPr>
        <p:spPr>
          <a:xfrm>
            <a:off x="15748000" y="31750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7518C94-87D7-1B8F-7692-A6B028994EE8}"/>
              </a:ext>
            </a:extLst>
          </p:cNvPr>
          <p:cNvSpPr/>
          <p:nvPr/>
        </p:nvSpPr>
        <p:spPr>
          <a:xfrm>
            <a:off x="12446000" y="4318000"/>
            <a:ext cx="2794000" cy="762000"/>
          </a:xfrm>
          <a:prstGeom prst="rect">
            <a:avLst/>
          </a:prstGeom>
          <a:solidFill>
            <a:srgbClr val="8AE6FD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Generate For HR\nVariable + Fixed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FCE420-D68E-FD39-5B03-D3FF81AA7996}"/>
              </a:ext>
            </a:extLst>
          </p:cNvPr>
          <p:cNvSpPr/>
          <p:nvPr/>
        </p:nvSpPr>
        <p:spPr>
          <a:xfrm>
            <a:off x="15621000" y="4318000"/>
            <a:ext cx="2159000" cy="762000"/>
          </a:xfrm>
          <a:prstGeom prst="rect">
            <a:avLst/>
          </a:prstGeom>
          <a:solidFill>
            <a:srgbClr val="8AF0FE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Approval\nM6 CP-4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06F4A0-59F9-57E4-B977-C298D7F2C44C}"/>
              </a:ext>
            </a:extLst>
          </p:cNvPr>
          <p:cNvSpPr/>
          <p:nvPr/>
        </p:nvSpPr>
        <p:spPr>
          <a:xfrm>
            <a:off x="12446000" y="5842000"/>
            <a:ext cx="2159000" cy="762000"/>
          </a:xfrm>
          <a:prstGeom prst="rect">
            <a:avLst/>
          </a:prstGeom>
          <a:solidFill>
            <a:srgbClr val="FDE6BA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Export to HR\nM7 CP-8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01906A-F7EF-F241-65F4-26CEBA061CD7}"/>
              </a:ext>
            </a:extLst>
          </p:cNvPr>
          <p:cNvSpPr/>
          <p:nvPr/>
        </p:nvSpPr>
        <p:spPr>
          <a:xfrm>
            <a:off x="14986000" y="5842000"/>
            <a:ext cx="2159000" cy="762000"/>
          </a:xfrm>
          <a:prstGeom prst="rect">
            <a:avLst/>
          </a:prstGeom>
          <a:solidFill>
            <a:srgbClr val="FDE6BA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HR Payment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E12322-84FA-1686-AE90-D92C75E5DF88}"/>
              </a:ext>
            </a:extLst>
          </p:cNvPr>
          <p:cNvSpPr/>
          <p:nvPr/>
        </p:nvSpPr>
        <p:spPr>
          <a:xfrm>
            <a:off x="12446000" y="7366000"/>
            <a:ext cx="2794000" cy="762000"/>
          </a:xfrm>
          <a:prstGeom prst="rect">
            <a:avLst/>
          </a:prstGeom>
          <a:solidFill>
            <a:srgbClr val="F3E7FC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Tahoma" panose="020B0604030504040204" pitchFamily="34" charset="0"/>
              </a:rPr>
              <a:t>Audit + Period Close\nM8 CP-5,9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F9F3CF-BB5C-0B44-2C63-166CBC1B5353}"/>
              </a:ext>
            </a:extLst>
          </p:cNvPr>
          <p:cNvSpPr/>
          <p:nvPr/>
        </p:nvSpPr>
        <p:spPr>
          <a:xfrm>
            <a:off x="15621000" y="7366000"/>
            <a:ext cx="1651000" cy="762000"/>
          </a:xfrm>
          <a:prstGeom prst="rect">
            <a:avLst/>
          </a:prstGeom>
          <a:solidFill>
            <a:srgbClr val="D3CDFE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ahoma" panose="020B0604030504040204" pitchFamily="34" charset="0"/>
              </a:rPr>
              <a:t>End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72A720-5989-C05F-8416-A3E92837DCA8}"/>
              </a:ext>
            </a:extLst>
          </p:cNvPr>
          <p:cNvCxnSpPr/>
          <p:nvPr/>
        </p:nvCxnSpPr>
        <p:spPr>
          <a:xfrm flipH="1">
            <a:off x="13843000" y="3556000"/>
            <a:ext cx="3238500" cy="76200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7C12467-F3C1-C694-0889-AF54C89CAE80}"/>
              </a:ext>
            </a:extLst>
          </p:cNvPr>
          <p:cNvCxnSpPr/>
          <p:nvPr/>
        </p:nvCxnSpPr>
        <p:spPr>
          <a:xfrm>
            <a:off x="15240000" y="46990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DF4226-E8C9-37E8-40B8-A6B98710CCA0}"/>
              </a:ext>
            </a:extLst>
          </p:cNvPr>
          <p:cNvCxnSpPr/>
          <p:nvPr/>
        </p:nvCxnSpPr>
        <p:spPr>
          <a:xfrm>
            <a:off x="13525500" y="5080000"/>
            <a:ext cx="0" cy="76200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AF2A5D2-3BF5-4BF1-E186-7E0F47B1017D}"/>
              </a:ext>
            </a:extLst>
          </p:cNvPr>
          <p:cNvCxnSpPr/>
          <p:nvPr/>
        </p:nvCxnSpPr>
        <p:spPr>
          <a:xfrm>
            <a:off x="14605000" y="62230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89F944-9C81-96FE-CBF8-1DD634917501}"/>
              </a:ext>
            </a:extLst>
          </p:cNvPr>
          <p:cNvCxnSpPr/>
          <p:nvPr/>
        </p:nvCxnSpPr>
        <p:spPr>
          <a:xfrm>
            <a:off x="13525500" y="6604000"/>
            <a:ext cx="0" cy="76200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C230254-76F7-9817-2AED-0B3BDC12199C}"/>
              </a:ext>
            </a:extLst>
          </p:cNvPr>
          <p:cNvCxnSpPr/>
          <p:nvPr/>
        </p:nvCxnSpPr>
        <p:spPr>
          <a:xfrm>
            <a:off x="15240000" y="7747000"/>
            <a:ext cx="381000" cy="0"/>
          </a:xfrm>
          <a:prstGeom prst="line">
            <a:avLst/>
          </a:prstGeom>
          <a:ln w="22225">
            <a:solidFill>
              <a:srgbClr val="3B291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432D2F8-1F1D-273E-A9DD-BA3412635938}"/>
              </a:ext>
            </a:extLst>
          </p:cNvPr>
          <p:cNvCxnSpPr/>
          <p:nvPr/>
        </p:nvCxnSpPr>
        <p:spPr>
          <a:xfrm flipH="1">
            <a:off x="9144000" y="5080000"/>
            <a:ext cx="7556500" cy="0"/>
          </a:xfrm>
          <a:prstGeom prst="line">
            <a:avLst/>
          </a:prstGeom>
          <a:ln w="22225">
            <a:solidFill>
              <a:srgbClr val="3B291E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C03E0D-7ACC-BE0C-2424-948425ECE5AA}"/>
              </a:ext>
            </a:extLst>
          </p:cNvPr>
          <p:cNvCxnSpPr/>
          <p:nvPr/>
        </p:nvCxnSpPr>
        <p:spPr>
          <a:xfrm flipV="1">
            <a:off x="9144000" y="3556000"/>
            <a:ext cx="0" cy="1524000"/>
          </a:xfrm>
          <a:prstGeom prst="line">
            <a:avLst/>
          </a:prstGeom>
          <a:ln w="22225">
            <a:solidFill>
              <a:srgbClr val="3B291E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A0990FD-76F2-300E-2C66-9B90EF738805}"/>
              </a:ext>
            </a:extLst>
          </p:cNvPr>
          <p:cNvSpPr/>
          <p:nvPr/>
        </p:nvSpPr>
        <p:spPr>
          <a:xfrm>
            <a:off x="508000" y="4191000"/>
            <a:ext cx="6604000" cy="1397000"/>
          </a:xfrm>
          <a:prstGeom prst="rect">
            <a:avLst/>
          </a:prstGeom>
          <a:solidFill>
            <a:srgbClr val="F2F1FF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Tahoma" panose="020B0604030504040204" pitchFamily="34" charset="0"/>
              </a:rPr>
              <a:t>Exception Handling\nE-PERIOD-001 / E-REQ-002 / E-MAP-003 / E-HIER-004\nFix at source and re-validate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AC133A-7EC9-D1AA-4A2B-F25C2022F8D2}"/>
              </a:ext>
            </a:extLst>
          </p:cNvPr>
          <p:cNvSpPr/>
          <p:nvPr/>
        </p:nvSpPr>
        <p:spPr>
          <a:xfrm>
            <a:off x="508000" y="6096000"/>
            <a:ext cx="6604000" cy="1397000"/>
          </a:xfrm>
          <a:prstGeom prst="rect">
            <a:avLst/>
          </a:prstGeom>
          <a:solidFill>
            <a:srgbClr val="EBFBFF"/>
          </a:solidFill>
          <a:ln>
            <a:solidFill>
              <a:srgbClr val="5541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Tahoma" panose="020B0604030504040204" pitchFamily="34" charset="0"/>
              </a:rPr>
              <a:t>As-needed Adjustments\nN1 T_SectAbove | N2 Table | N3 Target &amp; Cal | N4 Shortage | N5 Fix Rate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0DC17C3-187D-7F4B-3A2E-54FC62D98BED}"/>
              </a:ext>
            </a:extLst>
          </p:cNvPr>
          <p:cNvCxnSpPr/>
          <p:nvPr/>
        </p:nvCxnSpPr>
        <p:spPr>
          <a:xfrm flipV="1">
            <a:off x="7112000" y="1524000"/>
            <a:ext cx="5588000" cy="3365500"/>
          </a:xfrm>
          <a:prstGeom prst="line">
            <a:avLst/>
          </a:prstGeom>
          <a:ln w="22225">
            <a:solidFill>
              <a:srgbClr val="3B291E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3C5F5EA-2768-B8AF-2576-59279BE5CCAB}"/>
              </a:ext>
            </a:extLst>
          </p:cNvPr>
          <p:cNvCxnSpPr/>
          <p:nvPr/>
        </p:nvCxnSpPr>
        <p:spPr>
          <a:xfrm flipV="1">
            <a:off x="7112000" y="3175000"/>
            <a:ext cx="635000" cy="3619500"/>
          </a:xfrm>
          <a:prstGeom prst="line">
            <a:avLst/>
          </a:prstGeom>
          <a:ln w="22225">
            <a:solidFill>
              <a:srgbClr val="3B291E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05EA320-060E-44C9-05DD-1669FC191BDF}"/>
              </a:ext>
            </a:extLst>
          </p:cNvPr>
          <p:cNvSpPr txBox="1"/>
          <p:nvPr/>
        </p:nvSpPr>
        <p:spPr>
          <a:xfrm>
            <a:off x="381000" y="8763000"/>
            <a:ext cx="175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latin typeface="Tahoma" panose="020B0604030504040204" pitchFamily="34" charset="0"/>
              </a:rPr>
              <a:t>Control aligned to BPD: CP-1..CP-9 | RACI/KPI aligned with System Flow Design</a:t>
            </a:r>
          </a:p>
        </p:txBody>
      </p:sp>
    </p:spTree>
    <p:extLst>
      <p:ext uri="{BB962C8B-B14F-4D97-AF65-F5344CB8AC3E}">
        <p14:creationId xmlns:p14="http://schemas.microsoft.com/office/powerpoint/2010/main" val="2136760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Wimut Chanklang</dc:creator>
  <cp:lastModifiedBy>Wimut Chanklang</cp:lastModifiedBy>
  <cp:revision>1</cp:revision>
  <dcterms:created xsi:type="dcterms:W3CDTF">2026-06-13T15:58:47Z</dcterms:created>
  <dcterms:modified xsi:type="dcterms:W3CDTF">2026-06-13T15:58:47Z</dcterms:modified>
</cp:coreProperties>
</file>