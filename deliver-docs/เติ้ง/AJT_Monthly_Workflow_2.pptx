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332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AJT New Sale Incentive System  —  Monthly Operational Workflow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Period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29000" y="73152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3429000" y="73152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BI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0" y="73152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492240" y="73152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ASTBase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555480" y="73152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9555480" y="73152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HCM 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42616" y="969264"/>
            <a:ext cx="749808" cy="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705856" y="969264"/>
            <a:ext cx="749808" cy="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8769096" y="969264"/>
            <a:ext cx="749808" cy="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485900" y="1234440"/>
            <a:ext cx="0" cy="310896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65760" y="1572768"/>
            <a:ext cx="2743200" cy="475488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65760" y="1572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Gate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1810512"/>
            <a:ext cx="4937760" cy="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head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3218688" y="1627632"/>
            <a:ext cx="4828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บล็อกถ้าไม่ผ่าน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2048256"/>
            <a:ext cx="0" cy="278892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1485900" y="2327148"/>
            <a:ext cx="9189720" cy="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1485900" y="2327148"/>
            <a:ext cx="0" cy="25146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4549140" y="2327148"/>
            <a:ext cx="0" cy="25146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7612380" y="2327148"/>
            <a:ext cx="0" cy="25146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10675620" y="2327148"/>
            <a:ext cx="0" cy="25146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365760" y="260604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365760" y="26060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Path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260604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3429000" y="26060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 Path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60604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6492240" y="26060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Special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55480" y="2606040"/>
            <a:ext cx="224028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9555480" y="26060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Rate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85900" y="3081528"/>
            <a:ext cx="0" cy="288036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4549140" y="3081528"/>
            <a:ext cx="0" cy="288036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7612380" y="3081528"/>
            <a:ext cx="0" cy="288036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10675620" y="3081528"/>
            <a:ext cx="0" cy="288036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5"/>
          <p:cNvSpPr/>
          <p:nvPr/>
        </p:nvSpPr>
        <p:spPr>
          <a:xfrm>
            <a:off x="1485900" y="3369564"/>
            <a:ext cx="9189720" cy="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Shape 36"/>
          <p:cNvSpPr/>
          <p:nvPr/>
        </p:nvSpPr>
        <p:spPr>
          <a:xfrm>
            <a:off x="6080760" y="3369564"/>
            <a:ext cx="0" cy="260604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39" name="Shape 37"/>
          <p:cNvSpPr/>
          <p:nvPr/>
        </p:nvSpPr>
        <p:spPr>
          <a:xfrm>
            <a:off x="365760" y="3657600"/>
            <a:ext cx="11430000" cy="475488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0" name="Text 38"/>
          <p:cNvSpPr/>
          <p:nvPr/>
        </p:nvSpPr>
        <p:spPr>
          <a:xfrm>
            <a:off x="365760" y="365760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For HR Output  —  Variable + Fixed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934456" y="4160520"/>
            <a:ext cx="0" cy="521208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42" name="Shape 40"/>
          <p:cNvSpPr/>
          <p:nvPr/>
        </p:nvSpPr>
        <p:spPr>
          <a:xfrm>
            <a:off x="6227064" y="4160520"/>
            <a:ext cx="0" cy="521208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43" name="Shape 41"/>
          <p:cNvSpPr/>
          <p:nvPr/>
        </p:nvSpPr>
        <p:spPr>
          <a:xfrm>
            <a:off x="1783080" y="470916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1783080" y="47091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4709160"/>
            <a:ext cx="256032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6" name="Text 44"/>
          <p:cNvSpPr/>
          <p:nvPr/>
        </p:nvSpPr>
        <p:spPr>
          <a:xfrm>
            <a:off x="4663440" y="4709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HR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818120" y="4709160"/>
            <a:ext cx="2560320" cy="475488"/>
          </a:xfrm>
          <a:prstGeom prst="roundRect">
            <a:avLst>
              <a:gd name="adj" fmla="val 19231"/>
            </a:avLst>
          </a:prstGeom>
          <a:solidFill>
            <a:srgbClr val="2E74B5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48" name="Text 46"/>
          <p:cNvSpPr/>
          <p:nvPr/>
        </p:nvSpPr>
        <p:spPr>
          <a:xfrm>
            <a:off x="7818120" y="4709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Payment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105656" y="4946904"/>
            <a:ext cx="521208" cy="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50" name="Shape 48"/>
          <p:cNvSpPr/>
          <p:nvPr/>
        </p:nvSpPr>
        <p:spPr>
          <a:xfrm>
            <a:off x="7260336" y="4946904"/>
            <a:ext cx="521208" cy="0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51" name="Shape 49"/>
          <p:cNvSpPr/>
          <p:nvPr/>
        </p:nvSpPr>
        <p:spPr>
          <a:xfrm>
            <a:off x="2926080" y="5212080"/>
            <a:ext cx="0" cy="521208"/>
          </a:xfrm>
          <a:prstGeom prst="line">
            <a:avLst/>
          </a:prstGeom>
          <a:noFill/>
          <a:ln w="25400">
            <a:solidFill>
              <a:srgbClr val="1A3B5C"/>
            </a:solidFill>
            <a:prstDash val="solid"/>
            <a:tailEnd type="arrow"/>
          </a:ln>
        </p:spPr>
        <p:txBody>
          <a:bodyPr/>
          <a:lstStyle/>
          <a:p>
            <a:endParaRPr lang="en-TH"/>
          </a:p>
        </p:txBody>
      </p:sp>
      <p:sp>
        <p:nvSpPr>
          <p:cNvPr id="52" name="Shape 50"/>
          <p:cNvSpPr/>
          <p:nvPr/>
        </p:nvSpPr>
        <p:spPr>
          <a:xfrm>
            <a:off x="1280160" y="5760720"/>
            <a:ext cx="3291840" cy="475488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22860">
            <a:solidFill>
              <a:srgbClr val="90BCE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53" name="Text 51"/>
          <p:cNvSpPr/>
          <p:nvPr/>
        </p:nvSpPr>
        <p:spPr>
          <a:xfrm>
            <a:off x="1280160" y="57607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Period Close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AJT Monthly Operational Workflow</dc:title>
  <dc:subject>PptxGenJS Presentation</dc:subject>
  <dc:creator>PptxGenJS</dc:creator>
  <cp:lastModifiedBy>Narumon  Mongyen (Tueng)</cp:lastModifiedBy>
  <cp:revision>1</cp:revision>
  <dcterms:created xsi:type="dcterms:W3CDTF">2026-06-16T09:38:38Z</dcterms:created>
  <dcterms:modified xsi:type="dcterms:W3CDTF">2026-06-16T09:40:22Z</dcterms:modified>
</cp:coreProperties>
</file>